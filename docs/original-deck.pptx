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1097280"/>
            <a:ext cx="6035040" cy="603504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14E0C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68335" y="-365760"/>
            <a:ext cx="4572000" cy="45720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4E0C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735" y="548640"/>
            <a:ext cx="2743200" cy="2743200"/>
          </a:xfrm>
          <a:prstGeom prst="ellipse">
            <a:avLst/>
          </a:prstGeom>
          <a:solidFill>
            <a:srgbClr val="14E0C5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164592" cy="164592"/>
          </a:xfrm>
          <a:prstGeom prst="ellipse">
            <a:avLst/>
          </a:prstGeom>
          <a:solidFill>
            <a:srgbClr val="14E0C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home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tell you when to sell?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Asset Intelligence Platform.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548640" cy="36576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Founding-Team Brief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 tells you three things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tells you today.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454298" cy="301752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108960"/>
            <a:ext cx="3454298" cy="54864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0233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8920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97280" y="539496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 your home, catalogued automatically.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68698" y="3108960"/>
            <a:ext cx="3454298" cy="301752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68698" y="3108960"/>
            <a:ext cx="3454298" cy="54864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3" name="Text 10"/>
          <p:cNvSpPr/>
          <p:nvPr/>
        </p:nvSpPr>
        <p:spPr>
          <a:xfrm>
            <a:off x="4825898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898" y="40233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25898" y="48920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Worth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825898" y="539496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resale value, updated daily.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7317" y="3108960"/>
            <a:ext cx="3454298" cy="301752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7317" y="3108960"/>
            <a:ext cx="3454298" cy="54864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9" name="Text 15"/>
          <p:cNvSpPr/>
          <p:nvPr/>
        </p:nvSpPr>
        <p:spPr>
          <a:xfrm>
            <a:off x="8554517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7" y="40233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54517" y="48920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Sell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554517" y="539496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Peak-value alerts based on market data.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 — for every item in your home.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7 years of silence.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purchase and resale, individuals have no tools.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80160" y="3150108"/>
            <a:ext cx="9631375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150108"/>
            <a:ext cx="8534095" cy="45720"/>
          </a:xfrm>
          <a:prstGeom prst="rect">
            <a:avLst/>
          </a:prstGeom>
          <a:solidFill>
            <a:srgbClr val="14E0C5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3108960"/>
            <a:ext cx="237744" cy="23774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8" name="Shape 6"/>
          <p:cNvSpPr/>
          <p:nvPr/>
        </p:nvSpPr>
        <p:spPr>
          <a:xfrm>
            <a:off x="5976976" y="3108960"/>
            <a:ext cx="237744" cy="237744"/>
          </a:xfrm>
          <a:prstGeom prst="ellipse">
            <a:avLst/>
          </a:prstGeom>
          <a:solidFill>
            <a:srgbClr val="0AB3A0"/>
          </a:solidFill>
          <a:ln/>
        </p:spPr>
      </p:sp>
      <p:sp>
        <p:nvSpPr>
          <p:cNvPr id="9" name="Shape 7"/>
          <p:cNvSpPr/>
          <p:nvPr/>
        </p:nvSpPr>
        <p:spPr>
          <a:xfrm>
            <a:off x="10792663" y="3108960"/>
            <a:ext cx="237744" cy="23774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81448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24248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– 1,825+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97135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97135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30352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73152" cy="1691640"/>
          </a:xfrm>
          <a:prstGeom prst="rect">
            <a:avLst/>
          </a:prstGeom>
          <a:solidFill>
            <a:srgbClr val="0AB3A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4632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— Solved decades ago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systems, accountants, and depreciation schedules give corporations real-time asset visibility.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48095" y="4572000"/>
            <a:ext cx="530352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48095" y="4572000"/>
            <a:ext cx="73152" cy="16916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484632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33895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— No tools exist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22415" y="5349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silently disappears. No app tells consumers what they own, what it's worth now, or when to sell.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misses the point.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6858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2860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misses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11535" cy="6858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648456"/>
            <a:ext cx="109115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71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971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9718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ownership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109115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657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transactions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6576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While-you-own intelligence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911535" cy="6858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020056"/>
            <a:ext cx="109115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43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343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inventory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3434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resale use-case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705856"/>
            <a:ext cx="109115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029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Encircle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5029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documentation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50292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 — December 2025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purchase and resale —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exists. That's where AssetLoop lives.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you own. Always up to date.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2556434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2114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6576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4617720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05840" y="5120640"/>
            <a:ext cx="365760" cy="36576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257800"/>
            <a:ext cx="18249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recognizes and registers every item instantly.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05074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25114" y="3246120"/>
            <a:ext cx="2556434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7148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74" y="365760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0874" y="4617720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790874" y="5120640"/>
            <a:ext cx="365760" cy="36576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7" name="Text 13"/>
          <p:cNvSpPr/>
          <p:nvPr/>
        </p:nvSpPr>
        <p:spPr>
          <a:xfrm>
            <a:off x="3790874" y="5257800"/>
            <a:ext cx="18249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resale price and depreciation curve.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90108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210148" y="3246120"/>
            <a:ext cx="2556434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52181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365760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5908" y="4617720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575908" y="5120640"/>
            <a:ext cx="365760" cy="36576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24" name="Text 19"/>
          <p:cNvSpPr/>
          <p:nvPr/>
        </p:nvSpPr>
        <p:spPr>
          <a:xfrm>
            <a:off x="6575908" y="5257800"/>
            <a:ext cx="18249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Peak-value alerts and 1-click listing on Craigslist or eBay.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675141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8995181" y="3246120"/>
            <a:ext cx="2556434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637215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941" y="365760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60941" y="4617720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360941" y="5120640"/>
            <a:ext cx="365760" cy="36576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31" name="Text 25"/>
          <p:cNvSpPr/>
          <p:nvPr/>
        </p:nvSpPr>
        <p:spPr>
          <a:xfrm>
            <a:off x="9360941" y="5257800"/>
            <a:ext cx="18249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upgrade cost calculated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features.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copy years of real ownership data.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645920" y="3017520"/>
            <a:ext cx="2926080" cy="2926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B3A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73736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00300" y="2788920"/>
            <a:ext cx="1417320" cy="4572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240030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63340" y="4251960"/>
            <a:ext cx="1417320" cy="4572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386334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0300" y="5715000"/>
            <a:ext cx="1417320" cy="4572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2400300" y="5715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7260" y="4251960"/>
            <a:ext cx="1417320" cy="4572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makes the model smarter for the next.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4967935" cy="5486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09560" y="301752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62008" y="3017520"/>
            <a:ext cx="1889608" cy="548640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21" name="Text 19"/>
          <p:cNvSpPr/>
          <p:nvPr/>
        </p:nvSpPr>
        <p:spPr>
          <a:xfrm>
            <a:off x="9799168" y="301752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566160"/>
            <a:ext cx="4967935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05656"/>
            <a:ext cx="49679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5661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56616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buy?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99168" y="356616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 now?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4654296"/>
            <a:ext cx="49679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114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411480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post-purchase only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99168" y="411480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lifecycle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4663440"/>
            <a:ext cx="4967935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0" y="5202936"/>
            <a:ext cx="496793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6634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66344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99168" y="4663440"/>
            <a:ext cx="175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Owned-asset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consumer leaves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– $2,000</a:t>
            </a:r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table every 3 years.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349240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ASSETLOOP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2976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251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timing: too late — peak already passed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800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4754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3 apps, 45 minutes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035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5257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sold below market value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33008" y="3246120"/>
            <a:ext cx="5349240" cy="27432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4" name="Shape 9"/>
          <p:cNvSpPr/>
          <p:nvPr/>
        </p:nvSpPr>
        <p:spPr>
          <a:xfrm>
            <a:off x="6233008" y="3246120"/>
            <a:ext cx="5349240" cy="54864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5" name="Text 10"/>
          <p:cNvSpPr/>
          <p:nvPr/>
        </p:nvSpPr>
        <p:spPr>
          <a:xfrm>
            <a:off x="6690208" y="3657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ASSETLOOP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2976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01688" y="4251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timing: optimal — maximum return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8" y="480060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01688" y="4754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1 app, 2 minutes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08" y="530352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01688" y="5257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sold at maximum market value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 pays for itself on the first well-timed sale.  ($7.99/mo → $96/yr)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moat.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454298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657600"/>
            <a:ext cx="502920" cy="502920"/>
          </a:xfrm>
          <a:prstGeom prst="ellipse">
            <a:avLst/>
          </a:prstGeom>
          <a:solidFill>
            <a:srgbClr val="060912"/>
          </a:solidFill>
          <a:ln w="19050">
            <a:solidFill>
              <a:srgbClr val="14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9898" y="3749040"/>
            <a:ext cx="1188720" cy="320040"/>
          </a:xfrm>
          <a:prstGeom prst="rect">
            <a:avLst/>
          </a:prstGeom>
          <a:solidFill>
            <a:srgbClr val="060912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9898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846320"/>
            <a:ext cx="2631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3%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051560" y="5623560"/>
            <a:ext cx="365760" cy="27432"/>
          </a:xfrm>
          <a:prstGeom prst="rect">
            <a:avLst/>
          </a:prstGeom>
          <a:solidFill>
            <a:srgbClr val="5C688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760720"/>
            <a:ext cx="2631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Per-sale commission via the platform. Competitive vs. eBay's 13%.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8698" y="3246120"/>
            <a:ext cx="3454298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0178" y="3657600"/>
            <a:ext cx="502920" cy="502920"/>
          </a:xfrm>
          <a:prstGeom prst="ellipse">
            <a:avLst/>
          </a:prstGeom>
          <a:solidFill>
            <a:srgbClr val="060912"/>
          </a:solidFill>
          <a:ln w="19050">
            <a:solidFill>
              <a:srgbClr val="14E0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017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8517" y="3749040"/>
            <a:ext cx="1188720" cy="320040"/>
          </a:xfrm>
          <a:prstGeom prst="rect">
            <a:avLst/>
          </a:prstGeom>
          <a:solidFill>
            <a:srgbClr val="060912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8517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80178" y="438912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80178" y="4846320"/>
            <a:ext cx="2631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$7.99/mo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780178" y="5623560"/>
            <a:ext cx="365760" cy="27432"/>
          </a:xfrm>
          <a:prstGeom prst="rect">
            <a:avLst/>
          </a:prstGeom>
          <a:solidFill>
            <a:srgbClr val="5C6883"/>
          </a:solidFill>
          <a:ln/>
        </p:spPr>
      </p:sp>
      <p:sp>
        <p:nvSpPr>
          <p:cNvPr id="22" name="Text 20"/>
          <p:cNvSpPr/>
          <p:nvPr/>
        </p:nvSpPr>
        <p:spPr>
          <a:xfrm>
            <a:off x="4780178" y="5760720"/>
            <a:ext cx="2631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sell-timing advisor plus the smart upgrade calculator.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7317" y="3246120"/>
            <a:ext cx="3454298" cy="310896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8797" y="3657600"/>
            <a:ext cx="502920" cy="502920"/>
          </a:xfrm>
          <a:prstGeom prst="ellipse">
            <a:avLst/>
          </a:prstGeom>
          <a:solidFill>
            <a:srgbClr val="060912"/>
          </a:solidFill>
          <a:ln w="19050">
            <a:solidFill>
              <a:srgbClr val="14E0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8797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97135" y="3749040"/>
            <a:ext cx="1188720" cy="320040"/>
          </a:xfrm>
          <a:prstGeom prst="rect">
            <a:avLst/>
          </a:prstGeom>
          <a:solidFill>
            <a:srgbClr val="060912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97135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8797" y="438912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Data SaaS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8797" y="4846320"/>
            <a:ext cx="2631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8508797" y="5623560"/>
            <a:ext cx="365760" cy="27432"/>
          </a:xfrm>
          <a:prstGeom prst="rect">
            <a:avLst/>
          </a:prstGeom>
          <a:solidFill>
            <a:srgbClr val="5C6883"/>
          </a:solidFill>
          <a:ln/>
        </p:spPr>
      </p:sp>
      <p:sp>
        <p:nvSpPr>
          <p:cNvPr id="31" name="Text 29"/>
          <p:cNvSpPr/>
          <p:nvPr/>
        </p:nvSpPr>
        <p:spPr>
          <a:xfrm>
            <a:off x="8508797" y="5760720"/>
            <a:ext cx="2631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ownership data sold to insurers, appliance brands, and lenders.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not emerging.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here.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31860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108960"/>
            <a:ext cx="73152" cy="1463040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337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0" y="3474720"/>
            <a:ext cx="166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secondhand market (2023)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3886200"/>
            <a:ext cx="166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17% through 2030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3108960"/>
            <a:ext cx="531860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3008" y="3108960"/>
            <a:ext cx="73152" cy="1463040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3337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707728" y="3474720"/>
            <a:ext cx="166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online resale market by 2029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07728" y="3886200"/>
            <a:ext cx="166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OfferUp / ThredUp forecasts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531860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46320"/>
            <a:ext cx="73152" cy="1463040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074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114800" y="5212080"/>
            <a:ext cx="166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resale growth in 2024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5623560"/>
            <a:ext cx="166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rate since 2021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4846320"/>
            <a:ext cx="531860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4846320"/>
            <a:ext cx="73152" cy="1463040"/>
          </a:xfrm>
          <a:prstGeom prst="rect">
            <a:avLst/>
          </a:prstGeom>
          <a:solidFill>
            <a:srgbClr val="14E0C5"/>
          </a:solidFill>
          <a:ln/>
        </p:spPr>
      </p:sp>
      <p:sp>
        <p:nvSpPr>
          <p:cNvPr id="22" name="Text 20"/>
          <p:cNvSpPr/>
          <p:nvPr/>
        </p:nvSpPr>
        <p:spPr>
          <a:xfrm>
            <a:off x="6644488" y="5074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9707728" y="5212080"/>
            <a:ext cx="166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who bought secondhand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07728" y="5623560"/>
            <a:ext cx="166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18–44s check resale 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resale is growing 8× faster than traditional retail.   — ThredUp Resale Report, 2025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converges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2026 and 2030.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828800" cy="5486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3227832"/>
            <a:ext cx="457200" cy="36576"/>
          </a:xfrm>
          <a:prstGeom prst="rect">
            <a:avLst/>
          </a:prstGeom>
          <a:solidFill>
            <a:srgbClr val="0AB3A0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297180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recognition reaches deployment maturity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1828800" cy="5486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3913632"/>
            <a:ext cx="457200" cy="36576"/>
          </a:xfrm>
          <a:prstGeom prst="rect">
            <a:avLst/>
          </a:prstGeom>
          <a:solidFill>
            <a:srgbClr val="0AB3A0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365760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penetration hits 70% of U.S. households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828800" cy="5486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– 27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4599432"/>
            <a:ext cx="457200" cy="36576"/>
          </a:xfrm>
          <a:prstGeom prst="rect">
            <a:avLst/>
          </a:prstGeom>
          <a:solidFill>
            <a:srgbClr val="0AB3A0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434340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robotics commercial inflection point (ABI Research)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828800" cy="5486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E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 – 28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5285232"/>
            <a:ext cx="457200" cy="36576"/>
          </a:xfrm>
          <a:prstGeom prst="rect">
            <a:avLst/>
          </a:prstGeom>
          <a:solidFill>
            <a:srgbClr val="0AB3A0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502920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Hyper-personalized AI goes mainstream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852160"/>
            <a:ext cx="73152" cy="640080"/>
          </a:xfrm>
          <a:prstGeom prst="rect">
            <a:avLst/>
          </a:prstGeom>
          <a:solidFill>
            <a:srgbClr val="14E0C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03504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25880" y="585216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 Full Launch — the window is open now.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" y="65653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Encircle shut down Dec 2025 · Sortly pivoted to B2B → the consumer market is wide open.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whether you're in it.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272888" cy="3657600"/>
          </a:xfrm>
          <a:prstGeom prst="rect">
            <a:avLst/>
          </a:prstGeom>
          <a:solidFill>
            <a:srgbClr val="111A2E"/>
          </a:solidFill>
          <a:ln w="25400">
            <a:solidFill>
              <a:srgbClr val="14E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52044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Round: $[X]M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6634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AI model development + MVP launch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516636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Beta launch in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566928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market — first-mover position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8728" y="3154680"/>
            <a:ext cx="5272888" cy="3657600"/>
          </a:xfrm>
          <a:prstGeom prst="rect">
            <a:avLst/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4488" y="352044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448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0248" y="41605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founding team now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4488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0248" y="46634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AI · UX · Business Development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44488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0248" y="516636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category from the ground up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44488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0248" y="566928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backgrounds and disciplines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2194560"/>
            <a:ext cx="4572000" cy="45720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4E0C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-1828800"/>
            <a:ext cx="5029200" cy="5029200"/>
          </a:xfrm>
          <a:prstGeom prst="ellipse">
            <a:avLst/>
          </a:prstGeom>
          <a:solidFill>
            <a:srgbClr val="14E0C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have managed assets for decades.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C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never had the tools.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4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assetloop.com   ·   hello@assetloop.com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AssetLoop — Consumer Asset Intelligence</dc:title>
  <dc:subject>PptxGenJS Presentation</dc:subject>
  <dc:creator>AssetLoop</dc:creator>
  <cp:lastModifiedBy>AssetLoop</cp:lastModifiedBy>
  <cp:revision>1</cp:revision>
  <dcterms:created xsi:type="dcterms:W3CDTF">2026-05-18T21:09:43Z</dcterms:created>
  <dcterms:modified xsi:type="dcterms:W3CDTF">2026-05-18T21:09:43Z</dcterms:modified>
</cp:coreProperties>
</file>